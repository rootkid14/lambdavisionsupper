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74C9-8567-43A2-BA6F-890175969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5F00E-2AEA-49A0-8A14-CBD6A0597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BE789-BCF2-4802-A9D5-C0A4E4AE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2FDF-8479-46A4-8B49-BCCC470A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CF2E-872D-4227-96C4-31B364CD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4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A801-B2AF-47AE-933B-800DF1FB7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D387C-4470-495C-87F4-17F4C9C1C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8889-C6FF-483E-A57E-0D821397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C7377-947E-4FB2-A6E0-0F42913E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390CB-0B3A-481E-AAF8-84715BC88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711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5D624-9B3A-4861-BDA7-90FEF2275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4535E-0790-47A3-8383-04DAB7191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371A-DC0D-4E9D-B538-D5EE1E839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D8E4B-2941-4AFA-8467-E63D8088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6ADBB-C856-4935-9622-CA907D9D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92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3543-283D-4906-9285-AA3EE6E5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E2DC-496F-48FE-97EC-4E60E221F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57762-992A-4157-ADE5-FC1E7ED12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3DBD0-3FDD-4D98-B1B2-62B3385A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F308E-B9BB-4035-BFC8-7692704E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61ED2-1689-4220-B307-71B913FB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95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0831-6CC4-4E34-B7B8-4580C868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D0151-1A97-4B7B-92A0-8C8E44D58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099-84BE-4BDE-930E-9D899EEC95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D3AF-C1A3-43E9-9C9C-3EB914F30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04F97F-63B3-45D6-8733-F94B0D543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E35F34-260F-43E3-B11C-62976E99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51FA4-8719-4B1F-BD77-6F5B3E65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5EAB4-9454-4EF3-96AD-4EECBA17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0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7C9E-FB9F-428A-AE04-E96730168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D9F6F-FA9A-4D74-82BB-7FB1C3DEC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4B28F-2D49-4D61-AAB4-5E22B383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DA028-015A-45B1-9062-751F0718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407C97-0F5A-4BB9-A587-102A2325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FEAEF-CDC8-48A1-8485-C06FAA64B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46522-31F0-4474-B7A7-AB79A355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4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9254-A96A-4A13-A10A-E01E8586E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4F15E-3A5B-4EC4-934C-EDB280D9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2DA36-7899-4DC8-BB68-AA1328D9D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E5EB3-BA8B-436F-B035-32D86563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CC7737-2356-4551-9567-7AC04D7E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DFEBAA-3850-4435-95AA-EB741C90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8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12F5-3400-45FC-8ED4-994B488E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3447EF-5F8F-403D-B825-A28B19EB5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528CE-C3F4-4C7F-BB15-14700B5B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E4158-E253-44EA-B988-3E769BFC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26BE-A042-4CAB-8BB4-EA9947C1E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86E0-E321-4A41-8A24-4B8A6A50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3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54A5A-F170-4E30-A56D-39F4AC09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35D45-610A-4C50-873B-FD676DC71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B83D6-725A-43DB-ABFA-A41274251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4F6A-D564-4182-A76D-39A1FD37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5E6A6-CCC6-4D9D-8881-419513F5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76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8E3641-661E-4741-8FC6-B6DBC397F1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46BCB-E466-46A6-BDEA-8A8C695E2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B45A7-DE29-4A95-9B59-76920D0E3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27DEA-45BC-4D2E-8288-2442AB1A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76EB4-A1F9-4647-8E99-C5F3DC447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81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CFA59-5D70-4830-B0F3-106FD161F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0692F-D3A2-4025-B9EB-B32EAD98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6DCE9-595D-452B-9058-861D2E785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95554-A035-42F4-A358-4620813ACC7A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855F8-DFCE-43EC-9BF9-9A81B9B67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7E2F7-1AF6-4FC1-85DB-C368CA0C1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F07EA-D1E9-47B5-98D1-BE6518468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5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45BDF-BB81-4A1F-B497-AAF926AC5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472"/>
            <a:ext cx="10515600" cy="710142"/>
          </a:xfrm>
        </p:spPr>
        <p:txBody>
          <a:bodyPr>
            <a:normAutofit/>
          </a:bodyPr>
          <a:lstStyle/>
          <a:p>
            <a:r>
              <a:rPr lang="vi-VN" sz="3600" dirty="0"/>
              <a:t>Đề xuất phương án giải pháp vision cho bus bar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EA2A0-815F-42D3-9DE0-BF7181623D41}"/>
              </a:ext>
            </a:extLst>
          </p:cNvPr>
          <p:cNvSpPr txBox="1"/>
          <p:nvPr/>
        </p:nvSpPr>
        <p:spPr>
          <a:xfrm>
            <a:off x="838200" y="1253067"/>
            <a:ext cx="10795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dirty="0"/>
              <a:t>Khó khăn lớn nhất: Vị trí ốc nằm sâu bên trong máng </a:t>
            </a:r>
            <a:r>
              <a:rPr lang="vi-VN" sz="1400" dirty="0">
                <a:sym typeface="Wingdings" panose="05000000000000000000" pitchFamily="2" charset="2"/>
              </a:rPr>
              <a:t> Trường quan sát của camera khó chạm tới</a:t>
            </a:r>
          </a:p>
          <a:p>
            <a:r>
              <a:rPr lang="vi-VN" sz="1400" dirty="0">
                <a:sym typeface="Wingdings" panose="05000000000000000000" pitchFamily="2" charset="2"/>
              </a:rPr>
              <a:t>Giải pháp:</a:t>
            </a:r>
          </a:p>
          <a:p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F9D00-A487-4457-9BDB-FB9D20059545}"/>
              </a:ext>
            </a:extLst>
          </p:cNvPr>
          <p:cNvSpPr txBox="1"/>
          <p:nvPr/>
        </p:nvSpPr>
        <p:spPr>
          <a:xfrm>
            <a:off x="919618" y="5429609"/>
            <a:ext cx="8681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Giá đề xuất full giải pháp Gồm phần mềm + phần cứng: </a:t>
            </a:r>
            <a:endParaRPr lang="en-US" dirty="0"/>
          </a:p>
          <a:p>
            <a:r>
              <a:rPr lang="vi-VN" dirty="0"/>
              <a:t>Chia thành 2 module, mỗi module quản lý một nửa sản phẩm</a:t>
            </a:r>
          </a:p>
          <a:p>
            <a:r>
              <a:rPr lang="vi-VN" dirty="0"/>
              <a:t>Giá đề xuất cho mỗi bên: 3500usd ~ 4000usd </a:t>
            </a:r>
            <a:r>
              <a:rPr lang="vi-VN" dirty="0">
                <a:sym typeface="Wingdings" panose="05000000000000000000" pitchFamily="2" charset="2"/>
              </a:rPr>
              <a:t> Hai bên = 7000~8000usd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134704-8BF7-4ECB-A27F-118D42E90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943343"/>
              </p:ext>
            </p:extLst>
          </p:nvPr>
        </p:nvGraphicFramePr>
        <p:xfrm>
          <a:off x="982134" y="1909873"/>
          <a:ext cx="10507131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2377">
                  <a:extLst>
                    <a:ext uri="{9D8B030D-6E8A-4147-A177-3AD203B41FA5}">
                      <a16:colId xmlns:a16="http://schemas.microsoft.com/office/drawing/2014/main" val="688311137"/>
                    </a:ext>
                  </a:extLst>
                </a:gridCol>
                <a:gridCol w="3502377">
                  <a:extLst>
                    <a:ext uri="{9D8B030D-6E8A-4147-A177-3AD203B41FA5}">
                      <a16:colId xmlns:a16="http://schemas.microsoft.com/office/drawing/2014/main" val="1479297027"/>
                    </a:ext>
                  </a:extLst>
                </a:gridCol>
                <a:gridCol w="3502377">
                  <a:extLst>
                    <a:ext uri="{9D8B030D-6E8A-4147-A177-3AD203B41FA5}">
                      <a16:colId xmlns:a16="http://schemas.microsoft.com/office/drawing/2014/main" val="289563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1. Dùng Camera công nghiệp + Servo để chạy dọc thân và check các ốc trong máng.</a:t>
                      </a: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Ưu điểm: Ổn định 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Nhược điểm: độ chính xác phụ thuộc cơ khí, chi phí cao hơn do phải gia công thêm Jig, thời gian xử lý toàn bộ sản phẩm lâu hơn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695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2. Giải pháp dùng 1 camera kiểm tra 1 ốc trong Máng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Ưu điểm: độ chính xác tuyệt đối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Do dùng 1 camera để kèm 1 chi tiết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Nhược điểm: lượng camera lớn, yêu cầu hệ thống truyền tải dữ liệu phải	đảm bảo, nguy cơ mất kết nối nếu thiếu ổn định đường truyền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492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3. Giải </a:t>
                      </a: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pháp kiểm tra ruột bus đồng trước khi lắp vào máng:</a:t>
                      </a: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Ưu điểm: Giảm được 50% lượng camera, rất ổn định, độ chính xác cao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4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Nhược điểm: phải layout trên chuyền sản xuất, không thể gộp thành 1 máy kiểm tra mà phải phân bố camera đi thành 2 trạm kiểm tra: kiểm tra ruột bus và kiểm tra sau khi đã lắp vỏ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89500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7221FC50-08A3-4BD1-A183-782AE5602C97}"/>
              </a:ext>
            </a:extLst>
          </p:cNvPr>
          <p:cNvSpPr txBox="1">
            <a:spLocks/>
          </p:cNvSpPr>
          <p:nvPr/>
        </p:nvSpPr>
        <p:spPr>
          <a:xfrm>
            <a:off x="20685" y="-421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dirty="0"/>
              <a:t>Khảo sát sản phẩm số 1 - Busbar: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298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6AB1B1-C805-44D6-9EF2-787379B91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66" y="973667"/>
            <a:ext cx="5930419" cy="3598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C2BB36-45BE-48D8-ADC0-AB274412A1BF}"/>
              </a:ext>
            </a:extLst>
          </p:cNvPr>
          <p:cNvSpPr txBox="1"/>
          <p:nvPr/>
        </p:nvSpPr>
        <p:spPr>
          <a:xfrm>
            <a:off x="1281965" y="4673600"/>
            <a:ext cx="434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 kiểm tra có ốc: RẤT CAO</a:t>
            </a:r>
          </a:p>
          <a:p>
            <a:r>
              <a:rPr lang="vi-VN" dirty="0">
                <a:highlight>
                  <a:srgbClr val="00FF00"/>
                </a:highlight>
              </a:rPr>
              <a:t>Tổng số cam cần: 4</a:t>
            </a:r>
            <a:endParaRPr lang="en-US" dirty="0">
              <a:highlight>
                <a:srgbClr val="00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9AB0B-AB44-414C-ABB5-5EE47E14790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975"/>
          <a:stretch/>
        </p:blipFill>
        <p:spPr>
          <a:xfrm>
            <a:off x="8246535" y="744691"/>
            <a:ext cx="2830157" cy="56542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3F781A-3049-4509-BCDC-519B8D56D04B}"/>
              </a:ext>
            </a:extLst>
          </p:cNvPr>
          <p:cNvSpPr/>
          <p:nvPr/>
        </p:nvSpPr>
        <p:spPr>
          <a:xfrm>
            <a:off x="9713560" y="1132661"/>
            <a:ext cx="592667" cy="423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8CC9A9-97BF-4CF8-B189-495F5922E816}"/>
              </a:ext>
            </a:extLst>
          </p:cNvPr>
          <p:cNvSpPr/>
          <p:nvPr/>
        </p:nvSpPr>
        <p:spPr>
          <a:xfrm>
            <a:off x="10306227" y="1132661"/>
            <a:ext cx="592667" cy="423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8C32B-67B0-4941-BA78-2B5C05E79C3B}"/>
              </a:ext>
            </a:extLst>
          </p:cNvPr>
          <p:cNvSpPr/>
          <p:nvPr/>
        </p:nvSpPr>
        <p:spPr>
          <a:xfrm>
            <a:off x="9661613" y="1943965"/>
            <a:ext cx="592667" cy="423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110C4-4627-47B5-971E-C62C0F0D9A57}"/>
              </a:ext>
            </a:extLst>
          </p:cNvPr>
          <p:cNvSpPr/>
          <p:nvPr/>
        </p:nvSpPr>
        <p:spPr>
          <a:xfrm>
            <a:off x="10306227" y="1908602"/>
            <a:ext cx="592667" cy="423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320BCF-0F7B-4161-AADE-4D4081E8205A}"/>
              </a:ext>
            </a:extLst>
          </p:cNvPr>
          <p:cNvSpPr/>
          <p:nvPr/>
        </p:nvSpPr>
        <p:spPr>
          <a:xfrm>
            <a:off x="9595027" y="3248579"/>
            <a:ext cx="592667" cy="423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909FB8-C455-4FE3-84F5-2ADA38D8EBB9}"/>
              </a:ext>
            </a:extLst>
          </p:cNvPr>
          <p:cNvSpPr/>
          <p:nvPr/>
        </p:nvSpPr>
        <p:spPr>
          <a:xfrm>
            <a:off x="10399360" y="3173128"/>
            <a:ext cx="677332" cy="4987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AC17C3-7043-4A3E-8F79-82BA5880CEBE}"/>
              </a:ext>
            </a:extLst>
          </p:cNvPr>
          <p:cNvCxnSpPr/>
          <p:nvPr/>
        </p:nvCxnSpPr>
        <p:spPr>
          <a:xfrm>
            <a:off x="7018867" y="321733"/>
            <a:ext cx="0" cy="599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6C32A5-8771-4D86-AF71-C13CA1DA42BF}"/>
              </a:ext>
            </a:extLst>
          </p:cNvPr>
          <p:cNvSpPr txBox="1"/>
          <p:nvPr/>
        </p:nvSpPr>
        <p:spPr>
          <a:xfrm>
            <a:off x="7443823" y="6070730"/>
            <a:ext cx="434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 kiểm tra dây đai: RẤT CAO</a:t>
            </a:r>
          </a:p>
          <a:p>
            <a:r>
              <a:rPr lang="vi-VN" dirty="0">
                <a:highlight>
                  <a:srgbClr val="00FF00"/>
                </a:highlight>
              </a:rPr>
              <a:t>Tổng số cam cần: 2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3774DC-FD7C-4D62-8F76-8F9658862A62}"/>
              </a:ext>
            </a:extLst>
          </p:cNvPr>
          <p:cNvSpPr/>
          <p:nvPr/>
        </p:nvSpPr>
        <p:spPr>
          <a:xfrm>
            <a:off x="1658319" y="1597207"/>
            <a:ext cx="1042548" cy="93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F7FA0F-9A51-47D3-9282-4C56B221B92E}"/>
              </a:ext>
            </a:extLst>
          </p:cNvPr>
          <p:cNvSpPr/>
          <p:nvPr/>
        </p:nvSpPr>
        <p:spPr>
          <a:xfrm>
            <a:off x="2935001" y="1691836"/>
            <a:ext cx="1042548" cy="93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8A18F6-49BA-4717-BC60-FEEA8CBE8265}"/>
              </a:ext>
            </a:extLst>
          </p:cNvPr>
          <p:cNvSpPr/>
          <p:nvPr/>
        </p:nvSpPr>
        <p:spPr>
          <a:xfrm>
            <a:off x="4400944" y="1717236"/>
            <a:ext cx="1042548" cy="93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9B20F9-5EAB-4551-8BC9-ED718C6838D5}"/>
              </a:ext>
            </a:extLst>
          </p:cNvPr>
          <p:cNvSpPr/>
          <p:nvPr/>
        </p:nvSpPr>
        <p:spPr>
          <a:xfrm>
            <a:off x="2324100" y="2927594"/>
            <a:ext cx="753534" cy="6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336908-ADA0-4D82-9851-0767A739A45C}"/>
              </a:ext>
            </a:extLst>
          </p:cNvPr>
          <p:cNvSpPr/>
          <p:nvPr/>
        </p:nvSpPr>
        <p:spPr>
          <a:xfrm>
            <a:off x="3219782" y="2954865"/>
            <a:ext cx="753534" cy="6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231A88-4BD9-4518-A18B-3EBA2C7C6140}"/>
              </a:ext>
            </a:extLst>
          </p:cNvPr>
          <p:cNvSpPr/>
          <p:nvPr/>
        </p:nvSpPr>
        <p:spPr>
          <a:xfrm>
            <a:off x="4115464" y="2996825"/>
            <a:ext cx="753534" cy="6442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1ADD509-6E21-4C8A-AA86-38B6C456D1F5}"/>
              </a:ext>
            </a:extLst>
          </p:cNvPr>
          <p:cNvSpPr txBox="1">
            <a:spLocks/>
          </p:cNvSpPr>
          <p:nvPr/>
        </p:nvSpPr>
        <p:spPr>
          <a:xfrm>
            <a:off x="20685" y="-421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dirty="0"/>
              <a:t>Khảo sát sản phẩm số 1 - Busbar: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30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B8BCC96-A857-4681-A5EA-D2EBC6537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8" y="454899"/>
            <a:ext cx="6382641" cy="262926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15347FE-5783-4469-A154-DB5C0C2B2388}"/>
              </a:ext>
            </a:extLst>
          </p:cNvPr>
          <p:cNvSpPr/>
          <p:nvPr/>
        </p:nvSpPr>
        <p:spPr>
          <a:xfrm>
            <a:off x="855134" y="1219200"/>
            <a:ext cx="2794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AD86E2-4BDF-42F5-8A78-6251021E89E0}"/>
              </a:ext>
            </a:extLst>
          </p:cNvPr>
          <p:cNvSpPr/>
          <p:nvPr/>
        </p:nvSpPr>
        <p:spPr>
          <a:xfrm>
            <a:off x="1256690" y="1286933"/>
            <a:ext cx="2794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A6E357-3504-42AA-8A72-24090034C9FC}"/>
              </a:ext>
            </a:extLst>
          </p:cNvPr>
          <p:cNvSpPr/>
          <p:nvPr/>
        </p:nvSpPr>
        <p:spPr>
          <a:xfrm>
            <a:off x="2059802" y="1338882"/>
            <a:ext cx="2794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362D20-DD05-4A57-AC1F-58FB2D2577FA}"/>
              </a:ext>
            </a:extLst>
          </p:cNvPr>
          <p:cNvSpPr/>
          <p:nvPr/>
        </p:nvSpPr>
        <p:spPr>
          <a:xfrm>
            <a:off x="5454935" y="1535339"/>
            <a:ext cx="2794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548CD7-4A1F-4376-BFF7-D34714E6794E}"/>
              </a:ext>
            </a:extLst>
          </p:cNvPr>
          <p:cNvSpPr/>
          <p:nvPr/>
        </p:nvSpPr>
        <p:spPr>
          <a:xfrm>
            <a:off x="6397747" y="1600198"/>
            <a:ext cx="279400" cy="3386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3C34A2-09E5-496E-A4D9-7CE83380A970}"/>
              </a:ext>
            </a:extLst>
          </p:cNvPr>
          <p:cNvSpPr/>
          <p:nvPr/>
        </p:nvSpPr>
        <p:spPr>
          <a:xfrm>
            <a:off x="1642533" y="484897"/>
            <a:ext cx="1156311" cy="7343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929EB9-1E3A-49F1-BE82-83CFC80FBA4F}"/>
              </a:ext>
            </a:extLst>
          </p:cNvPr>
          <p:cNvSpPr/>
          <p:nvPr/>
        </p:nvSpPr>
        <p:spPr>
          <a:xfrm>
            <a:off x="1396390" y="1704672"/>
            <a:ext cx="1262143" cy="996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74A3A1-5919-4157-946B-6F8BC0F26936}"/>
              </a:ext>
            </a:extLst>
          </p:cNvPr>
          <p:cNvSpPr/>
          <p:nvPr/>
        </p:nvSpPr>
        <p:spPr>
          <a:xfrm>
            <a:off x="4963563" y="1938865"/>
            <a:ext cx="1262143" cy="996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01E5CF-CA4C-4430-A24A-0FC2A5D4FFEE}"/>
              </a:ext>
            </a:extLst>
          </p:cNvPr>
          <p:cNvSpPr/>
          <p:nvPr/>
        </p:nvSpPr>
        <p:spPr>
          <a:xfrm>
            <a:off x="5336704" y="497022"/>
            <a:ext cx="1262143" cy="996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88FE65-8E07-48FD-A534-F85BDB79A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81" y="3084164"/>
            <a:ext cx="5632417" cy="36267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5730A4-E18C-41D7-85D5-1F7723761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031" y="379155"/>
            <a:ext cx="3266273" cy="202508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9E2321E-5A2D-46F9-973C-6DD7FE21C002}"/>
              </a:ext>
            </a:extLst>
          </p:cNvPr>
          <p:cNvSpPr txBox="1"/>
          <p:nvPr/>
        </p:nvSpPr>
        <p:spPr>
          <a:xfrm>
            <a:off x="1006579" y="6373103"/>
            <a:ext cx="5893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 kiểm tra </a:t>
            </a:r>
            <a:r>
              <a:rPr lang="vi-VN">
                <a:highlight>
                  <a:srgbClr val="00FF00"/>
                </a:highlight>
              </a:rPr>
              <a:t>có tem/kt tem ngược: RẤT CAO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E97583-99DE-42A7-B4B5-78423F69A6C1}"/>
              </a:ext>
            </a:extLst>
          </p:cNvPr>
          <p:cNvSpPr txBox="1"/>
          <p:nvPr/>
        </p:nvSpPr>
        <p:spPr>
          <a:xfrm>
            <a:off x="291540" y="2788370"/>
            <a:ext cx="715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 kiểm tra có ốc cạnh đáy: CAO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8E07CD-A995-46AA-B5A4-97B9D13B4196}"/>
              </a:ext>
            </a:extLst>
          </p:cNvPr>
          <p:cNvSpPr txBox="1"/>
          <p:nvPr/>
        </p:nvSpPr>
        <p:spPr>
          <a:xfrm>
            <a:off x="7557243" y="2505670"/>
            <a:ext cx="35821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Tính khả thi kiểm tra có ốc Lòng trong: ĐỘ KHÓ CAO</a:t>
            </a:r>
          </a:p>
          <a:p>
            <a:r>
              <a:rPr lang="vi-VN" dirty="0">
                <a:highlight>
                  <a:srgbClr val="FFFF00"/>
                </a:highlight>
              </a:rPr>
              <a:t>Tổng camera nếu check theo giải pháp 1-1: 32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6951EB-31FE-4301-BBF7-854CE8CE9546}"/>
              </a:ext>
            </a:extLst>
          </p:cNvPr>
          <p:cNvSpPr/>
          <p:nvPr/>
        </p:nvSpPr>
        <p:spPr>
          <a:xfrm>
            <a:off x="1052581" y="3453497"/>
            <a:ext cx="1927686" cy="22869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26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C1AE26-0980-4309-B2A3-FD75375D7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57" y="1057869"/>
            <a:ext cx="6506483" cy="36771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4B052D-B69B-484A-A838-DDD7427E5A3F}"/>
              </a:ext>
            </a:extLst>
          </p:cNvPr>
          <p:cNvSpPr/>
          <p:nvPr/>
        </p:nvSpPr>
        <p:spPr>
          <a:xfrm>
            <a:off x="1109133" y="1931251"/>
            <a:ext cx="10922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DFDE3-8085-410F-842B-D67C05949426}"/>
              </a:ext>
            </a:extLst>
          </p:cNvPr>
          <p:cNvSpPr/>
          <p:nvPr/>
        </p:nvSpPr>
        <p:spPr>
          <a:xfrm>
            <a:off x="3007709" y="1931251"/>
            <a:ext cx="10922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6E5542-7B72-4859-9A94-6F16230632C8}"/>
              </a:ext>
            </a:extLst>
          </p:cNvPr>
          <p:cNvSpPr/>
          <p:nvPr/>
        </p:nvSpPr>
        <p:spPr>
          <a:xfrm>
            <a:off x="5005843" y="2041317"/>
            <a:ext cx="10922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C5BE9-3DBF-446A-9090-0F6CE4CAE6F5}"/>
              </a:ext>
            </a:extLst>
          </p:cNvPr>
          <p:cNvSpPr txBox="1"/>
          <p:nvPr/>
        </p:nvSpPr>
        <p:spPr>
          <a:xfrm>
            <a:off x="304800" y="5511801"/>
            <a:ext cx="4348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thi: Tuyệt đối 100%</a:t>
            </a:r>
            <a:endParaRPr lang="en-US" dirty="0">
              <a:highlight>
                <a:srgbClr val="00FF00"/>
              </a:highlight>
            </a:endParaRPr>
          </a:p>
          <a:p>
            <a:r>
              <a:rPr lang="vi-VN" dirty="0">
                <a:highlight>
                  <a:srgbClr val="00FF00"/>
                </a:highlight>
              </a:rPr>
              <a:t>Tổng số Camera cần: 4 CAM/Module</a:t>
            </a:r>
          </a:p>
          <a:p>
            <a:r>
              <a:rPr lang="vi-VN" dirty="0">
                <a:highlight>
                  <a:srgbClr val="00FF00"/>
                </a:highlight>
              </a:rPr>
              <a:t>Gộp thành bộ 3 Modules = 12 cameras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207C09-5728-4305-8DA0-A0BFDD8C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0" y="0"/>
            <a:ext cx="10515600" cy="1325563"/>
          </a:xfrm>
        </p:spPr>
        <p:txBody>
          <a:bodyPr/>
          <a:lstStyle/>
          <a:p>
            <a:r>
              <a:rPr lang="vi-VN" dirty="0"/>
              <a:t>Khảo sát sản phẩm số 2:</a:t>
            </a:r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1F925026-4D2A-4027-9CD0-7642BD32F3B9}"/>
              </a:ext>
            </a:extLst>
          </p:cNvPr>
          <p:cNvSpPr/>
          <p:nvPr/>
        </p:nvSpPr>
        <p:spPr>
          <a:xfrm>
            <a:off x="4413176" y="5573970"/>
            <a:ext cx="592667" cy="452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3A10D3-4257-477F-91DD-E5184E0E804F}"/>
              </a:ext>
            </a:extLst>
          </p:cNvPr>
          <p:cNvSpPr txBox="1"/>
          <p:nvPr/>
        </p:nvSpPr>
        <p:spPr>
          <a:xfrm>
            <a:off x="5288419" y="5336476"/>
            <a:ext cx="48631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Giá đề xuất full giải pháp gồm Phần mềm + PC + Camera + Jig cho bộ kiểm tra 3 cavity:</a:t>
            </a:r>
          </a:p>
          <a:p>
            <a:r>
              <a:rPr lang="vi-VN" dirty="0"/>
              <a:t>2800 usd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67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AD6B9A-CBD1-41F3-841E-E53D2EBBCC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658"/>
          <a:stretch/>
        </p:blipFill>
        <p:spPr>
          <a:xfrm>
            <a:off x="196422" y="1104125"/>
            <a:ext cx="5899578" cy="3812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E6BF4D-F767-4496-B69D-8496C4A2F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104125"/>
            <a:ext cx="4348620" cy="38121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2F13FB-6A3F-49E0-8E62-3FE2F9E0BDC6}"/>
              </a:ext>
            </a:extLst>
          </p:cNvPr>
          <p:cNvSpPr txBox="1"/>
          <p:nvPr/>
        </p:nvSpPr>
        <p:spPr>
          <a:xfrm>
            <a:off x="196422" y="5097063"/>
            <a:ext cx="4348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00FF00"/>
                </a:highlight>
              </a:rPr>
              <a:t>Tính khả thi: Tuyệt đối 100%</a:t>
            </a:r>
            <a:endParaRPr lang="en-US" dirty="0">
              <a:highlight>
                <a:srgbClr val="00FF00"/>
              </a:highlight>
            </a:endParaRPr>
          </a:p>
          <a:p>
            <a:r>
              <a:rPr lang="vi-VN" dirty="0">
                <a:highlight>
                  <a:srgbClr val="00FF00"/>
                </a:highlight>
              </a:rPr>
              <a:t>Tổng số Camera cần: 1 CAM/Module</a:t>
            </a:r>
          </a:p>
          <a:p>
            <a:r>
              <a:rPr lang="vi-VN" dirty="0">
                <a:highlight>
                  <a:srgbClr val="00FF00"/>
                </a:highlight>
              </a:rPr>
              <a:t>Gộp thành bộ 6 modules</a:t>
            </a:r>
            <a:endParaRPr lang="en-US" dirty="0">
              <a:highlight>
                <a:srgbClr val="00FF00"/>
              </a:highlight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E5F9FCB-95D0-4632-9834-DC32BD4DB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0" y="0"/>
            <a:ext cx="10515600" cy="1325563"/>
          </a:xfrm>
        </p:spPr>
        <p:txBody>
          <a:bodyPr/>
          <a:lstStyle/>
          <a:p>
            <a:r>
              <a:rPr lang="vi-VN" dirty="0"/>
              <a:t>Khảo sát sản phẩm số 3:</a:t>
            </a:r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9696793-E4E2-4898-8D1F-A88B16C24231}"/>
              </a:ext>
            </a:extLst>
          </p:cNvPr>
          <p:cNvSpPr/>
          <p:nvPr/>
        </p:nvSpPr>
        <p:spPr>
          <a:xfrm>
            <a:off x="4393421" y="5341911"/>
            <a:ext cx="592667" cy="4523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C2EB0-7641-4537-A329-7761FD3E65A3}"/>
              </a:ext>
            </a:extLst>
          </p:cNvPr>
          <p:cNvSpPr txBox="1"/>
          <p:nvPr/>
        </p:nvSpPr>
        <p:spPr>
          <a:xfrm>
            <a:off x="5288420" y="5336476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Giá đề xuất full giải pháp gồm Phần mềm + PC + Camera + Jig cho bộ kiểm tra 3 cavity:</a:t>
            </a:r>
          </a:p>
          <a:p>
            <a:r>
              <a:rPr lang="vi-VN" dirty="0"/>
              <a:t>2500 usd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84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475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Wingdings</vt:lpstr>
      <vt:lpstr>Office Theme</vt:lpstr>
      <vt:lpstr>Đề xuất phương án giải pháp vision cho bus bar</vt:lpstr>
      <vt:lpstr>PowerPoint Presentation</vt:lpstr>
      <vt:lpstr>PowerPoint Presentation</vt:lpstr>
      <vt:lpstr>Khảo sát sản phẩm số 2:</vt:lpstr>
      <vt:lpstr>Khảo sát sản phẩm số 3: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18</cp:revision>
  <dcterms:created xsi:type="dcterms:W3CDTF">2026-04-15T14:14:50Z</dcterms:created>
  <dcterms:modified xsi:type="dcterms:W3CDTF">2026-04-16T04:24:28Z</dcterms:modified>
</cp:coreProperties>
</file>