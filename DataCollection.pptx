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B662-7E0F-43A9-8490-9558536EA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1FA99-2935-4CA9-8588-29E0CD15A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DDCF6-3D5B-4561-BC92-12075BE47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0F47A-E07A-4523-A9FF-C577A78B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86B01-640E-40FF-A9C7-9E08FE6D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4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7582-382D-4F53-B284-7A7CA9B8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9BBB7-16C6-4B92-A5C8-6A2EE9342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3FE9A-0316-4211-BE43-E4CFA8D31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3E5BD-B47D-48FC-854B-35141F31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13068-0BD8-4688-8231-032FF0E4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71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2F93-63E2-4E5C-B0CE-01AD0DC1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3EFA1-A8C0-45F9-BD5E-CA62A7171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C946D-A942-40E0-A116-ACBCF5D7F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24E64-B342-4110-9E71-EE15ADCC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53B94-674C-448D-93F8-B8DC50E6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1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6467-14D9-420D-BB23-E8B55B17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0AEE-DF28-4C26-85FE-5ADD6F2D5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9A949-08C1-4CF1-A3E0-E8CA026B1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D670F-AED1-4D5F-A918-D4E30E316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1EC1B-372E-45C5-8923-AD6EEFF81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CDA4C-9717-4726-9A71-F6E770B1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4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AB85-AD5A-4BB0-A0ED-145830FA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DCE58-AC3F-4839-9BB8-A0DA1016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A16EF-DB26-4B24-BB51-29A89DD83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EB4395-17D7-4707-B813-BE569DBAC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E3EF75-B494-453D-A2FE-2AAA9BDA0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27CB64-CA12-4E1B-8DD5-53E96A442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DB2A2-0326-4F5B-A0E7-9345529A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35EA1-D210-4C50-85AD-EA08339E6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2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3DE8-9BE7-4249-A0D4-3E8CF3C3F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9D5A71-7F44-40BC-A200-6A734C23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27EFF-EF9D-403C-B26D-483712267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70E72-C5D7-4DCC-9669-74826D80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6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55BA01-D453-42DE-A803-C25D29BE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BAACB-4043-437B-A830-F7868C39A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5EDA1-449B-43AE-ABA5-BA4A0DDB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04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269A1-444E-4CE5-BE8F-2198652B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7E230-6C4A-4A99-B17A-C11CFFB17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3E866-D19E-4471-B431-E4D9E4626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60B43-4A73-4B4E-ABB4-E1A30CB88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CE52-0821-4B3E-B1C3-AAB4E616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EDF15-7195-4A1B-A836-33B5C880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04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846A0-4E0A-4CD7-82DA-37A35A1E6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5397D0-C574-4CB0-AC9B-19F415DDD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DDA31-64ED-4B37-8FB5-277D06362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E4CB0-6A8A-497A-AE40-01B82918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7EAFF-9F1E-4103-BDA6-1B6CB7409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581C3-F21A-495A-8376-2D578C2E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4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820-D7FA-470E-B7E9-4BC492D08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546C2-BC86-4BD8-8D13-69B85B00A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9D757-EE9F-4EE7-A8DD-DDC27D4E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0DE56-A4B9-48CB-B00C-B31DE7EBB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BD89E-8CAB-4C4F-9895-9F3E74A1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5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FF9822-F7D3-40A1-B794-BBF093497D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66ADF-AC2A-4F01-BAAA-45B8EFCD0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0BCD0-9C2A-48CD-B9B8-52122E90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53374-CEE9-431B-BFA7-23FD4F025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806DA-51D7-4214-864E-7E8DEF46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6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761D2E-EF19-4A07-BF4E-0E5AEF7B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1E686-723D-4FF3-9BA5-43E48620F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9A62F-E671-4E50-944A-FF4FEDA4F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99E51-E9FF-4102-B210-3924C422D0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29DC6-60D3-44F3-AA62-AE512D479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1026F-7D18-4A95-B92E-CE4479439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11A42-7EC1-421E-853A-539797259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5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927D5E-76E0-4494-B589-64923D209F73}"/>
              </a:ext>
            </a:extLst>
          </p:cNvPr>
          <p:cNvSpPr txBox="1"/>
          <p:nvPr/>
        </p:nvSpPr>
        <p:spPr>
          <a:xfrm>
            <a:off x="448733" y="118533"/>
            <a:ext cx="1089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Cách thu thập dữ liệu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5FC5A-87E5-4C1F-93BD-659017ADA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33" y="665291"/>
            <a:ext cx="6434667" cy="35607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F0499F-7690-4178-BB49-57BC3A47758C}"/>
              </a:ext>
            </a:extLst>
          </p:cNvPr>
          <p:cNvSpPr/>
          <p:nvPr/>
        </p:nvSpPr>
        <p:spPr>
          <a:xfrm>
            <a:off x="4097866" y="3911600"/>
            <a:ext cx="1016000" cy="314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C5A466-B9BC-4A4C-8F3D-6F9EE628A5AB}"/>
              </a:ext>
            </a:extLst>
          </p:cNvPr>
          <p:cNvCxnSpPr/>
          <p:nvPr/>
        </p:nvCxnSpPr>
        <p:spPr>
          <a:xfrm flipH="1">
            <a:off x="3970867" y="4226006"/>
            <a:ext cx="634999" cy="456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0026F04-B983-4AA6-BC45-E1D9B3F5B311}"/>
              </a:ext>
            </a:extLst>
          </p:cNvPr>
          <p:cNvSpPr txBox="1"/>
          <p:nvPr/>
        </p:nvSpPr>
        <p:spPr>
          <a:xfrm>
            <a:off x="2971800" y="4682067"/>
            <a:ext cx="270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1. Vào AI data studio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81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20D44D-1B13-42B9-A640-25399B939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7" y="625524"/>
            <a:ext cx="8026400" cy="28034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1AAF6F-7E55-4FBE-9463-028A46B54362}"/>
              </a:ext>
            </a:extLst>
          </p:cNvPr>
          <p:cNvSpPr/>
          <p:nvPr/>
        </p:nvSpPr>
        <p:spPr>
          <a:xfrm>
            <a:off x="804333" y="1075585"/>
            <a:ext cx="1024467" cy="279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6046B-7757-4A65-AEDA-822125235733}"/>
              </a:ext>
            </a:extLst>
          </p:cNvPr>
          <p:cNvSpPr txBox="1"/>
          <p:nvPr/>
        </p:nvSpPr>
        <p:spPr>
          <a:xfrm>
            <a:off x="914400" y="71208"/>
            <a:ext cx="2700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2. Vào Trigger config, kết nối camera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914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6D8A17-36E1-40E5-99AE-542F1E95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91" y="250526"/>
            <a:ext cx="4799741" cy="602014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A3C956-0FA6-4900-A90C-86F84DFB2B97}"/>
              </a:ext>
            </a:extLst>
          </p:cNvPr>
          <p:cNvCxnSpPr/>
          <p:nvPr/>
        </p:nvCxnSpPr>
        <p:spPr>
          <a:xfrm flipV="1">
            <a:off x="3310467" y="1574800"/>
            <a:ext cx="2937933" cy="609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A688B7E-B5F5-41DC-91CF-63A115E3EC44}"/>
              </a:ext>
            </a:extLst>
          </p:cNvPr>
          <p:cNvSpPr txBox="1"/>
          <p:nvPr/>
        </p:nvSpPr>
        <p:spPr>
          <a:xfrm>
            <a:off x="6307667" y="1388533"/>
            <a:ext cx="4157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3. Kết nối với camera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782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732981-8677-4AD1-8D94-3002ECB5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34" y="1055958"/>
            <a:ext cx="10295467" cy="29782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314F0F6-1371-4B35-A553-4C13F0A9ACB5}"/>
              </a:ext>
            </a:extLst>
          </p:cNvPr>
          <p:cNvSpPr/>
          <p:nvPr/>
        </p:nvSpPr>
        <p:spPr>
          <a:xfrm>
            <a:off x="8923867" y="1055958"/>
            <a:ext cx="651933" cy="3495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C3F2F3-00C2-4495-8BA9-50A4AF941AF0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7857067" y="626533"/>
            <a:ext cx="1392767" cy="4294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666EDF5-3EB6-4C47-BF12-933FC5892687}"/>
              </a:ext>
            </a:extLst>
          </p:cNvPr>
          <p:cNvSpPr txBox="1"/>
          <p:nvPr/>
        </p:nvSpPr>
        <p:spPr>
          <a:xfrm>
            <a:off x="5723467" y="337117"/>
            <a:ext cx="2633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4. Ấn start + ấn phím SpaceBar để chụp ảnh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F59812-3D15-4C50-82E5-8389236F4621}"/>
              </a:ext>
            </a:extLst>
          </p:cNvPr>
          <p:cNvCxnSpPr>
            <a:cxnSpLocks/>
          </p:cNvCxnSpPr>
          <p:nvPr/>
        </p:nvCxnSpPr>
        <p:spPr>
          <a:xfrm flipH="1">
            <a:off x="5960533" y="1348831"/>
            <a:ext cx="2347385" cy="35195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1BF4424-5934-42B5-94FE-CC579EA19962}"/>
              </a:ext>
            </a:extLst>
          </p:cNvPr>
          <p:cNvSpPr/>
          <p:nvPr/>
        </p:nvSpPr>
        <p:spPr>
          <a:xfrm>
            <a:off x="8303685" y="1063364"/>
            <a:ext cx="651933" cy="3495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27B194-EBFE-4509-B002-306775A5D063}"/>
              </a:ext>
            </a:extLst>
          </p:cNvPr>
          <p:cNvSpPr txBox="1"/>
          <p:nvPr/>
        </p:nvSpPr>
        <p:spPr>
          <a:xfrm>
            <a:off x="4643966" y="5027650"/>
            <a:ext cx="2633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5. Ấn Save Image để lưu ảnh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068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1</cp:revision>
  <dcterms:created xsi:type="dcterms:W3CDTF">2026-04-20T01:42:43Z</dcterms:created>
  <dcterms:modified xsi:type="dcterms:W3CDTF">2026-04-20T01:47:12Z</dcterms:modified>
</cp:coreProperties>
</file>